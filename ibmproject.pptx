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2" r:id="rId13"/>
    <p:sldId id="293" r:id="rId14"/>
    <p:sldId id="286" r:id="rId15"/>
    <p:sldId id="287" r:id="rId16"/>
    <p:sldId id="280" r:id="rId17"/>
    <p:sldId id="289" r:id="rId18"/>
    <p:sldId id="288" r:id="rId19"/>
    <p:sldId id="276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C5C1B-5170-48B4-86B0-3E61A85430B3}" v="16" dt="2026-10-14T13:54:27.039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man sarwad" userId="f3815411d741f74e" providerId="LiveId" clId="{0B063243-0AD2-4343-883A-721B9A3463DA}"/>
    <pc:docChg chg="undo custSel delSld modSld sldOrd">
      <pc:chgData name="aiman sarwad" userId="f3815411d741f74e" providerId="LiveId" clId="{0B063243-0AD2-4343-883A-721B9A3463DA}" dt="2026-10-14T13:54:37.900" v="856" actId="1076"/>
      <pc:docMkLst>
        <pc:docMk/>
      </pc:docMkLst>
      <pc:sldChg chg="addSp delSp modSp mod">
        <pc:chgData name="aiman sarwad" userId="f3815411d741f74e" providerId="LiveId" clId="{0B063243-0AD2-4343-883A-721B9A3463DA}" dt="2026-10-14T09:41:18.189" v="150" actId="20577"/>
        <pc:sldMkLst>
          <pc:docMk/>
          <pc:sldMk cId="0" sldId="257"/>
        </pc:sldMkLst>
        <pc:spChg chg="mod">
          <ac:chgData name="aiman sarwad" userId="f3815411d741f74e" providerId="LiveId" clId="{0B063243-0AD2-4343-883A-721B9A3463DA}" dt="2026-10-14T09:41:18.189" v="150" actId="20577"/>
          <ac:spMkLst>
            <pc:docMk/>
            <pc:sldMk cId="0" sldId="257"/>
            <ac:spMk id="4" creationId="{A828B9EF-C084-F5D4-CA27-75AF7D995640}"/>
          </ac:spMkLst>
        </pc:spChg>
        <pc:spChg chg="mod">
          <ac:chgData name="aiman sarwad" userId="f3815411d741f74e" providerId="LiveId" clId="{0B063243-0AD2-4343-883A-721B9A3463DA}" dt="2026-10-14T09:41:08.397" v="146" actId="20577"/>
          <ac:spMkLst>
            <pc:docMk/>
            <pc:sldMk cId="0" sldId="257"/>
            <ac:spMk id="7" creationId="{3D723CA3-EC2D-165A-F109-3759C4E9C8A4}"/>
          </ac:spMkLst>
        </pc:spChg>
        <pc:graphicFrameChg chg="modGraphic">
          <ac:chgData name="aiman sarwad" userId="f3815411d741f74e" providerId="LiveId" clId="{0B063243-0AD2-4343-883A-721B9A3463DA}" dt="2026-10-14T09:36:21.363" v="135" actId="404"/>
          <ac:graphicFrameMkLst>
            <pc:docMk/>
            <pc:sldMk cId="0" sldId="257"/>
            <ac:graphicFrameMk id="96" creationId="{00000000-0000-0000-0000-000000000000}"/>
          </ac:graphicFrameMkLst>
        </pc:graphicFrameChg>
        <pc:picChg chg="add mod modCrop">
          <ac:chgData name="aiman sarwad" userId="f3815411d741f74e" providerId="LiveId" clId="{0B063243-0AD2-4343-883A-721B9A3463DA}" dt="2026-10-14T09:31:49.002" v="90" actId="1076"/>
          <ac:picMkLst>
            <pc:docMk/>
            <pc:sldMk cId="0" sldId="257"/>
            <ac:picMk id="5" creationId="{B17262E0-C3C8-93E6-27DE-7F1AD298CF99}"/>
          </ac:picMkLst>
        </pc:picChg>
        <pc:picChg chg="del">
          <ac:chgData name="aiman sarwad" userId="f3815411d741f74e" providerId="LiveId" clId="{0B063243-0AD2-4343-883A-721B9A3463DA}" dt="2026-10-14T05:41:03.911" v="30" actId="21"/>
          <ac:picMkLst>
            <pc:docMk/>
            <pc:sldMk cId="0" sldId="257"/>
            <ac:picMk id="98" creationId="{00000000-0000-0000-0000-000000000000}"/>
          </ac:picMkLst>
        </pc:picChg>
      </pc:sldChg>
      <pc:sldChg chg="addSp delSp modSp mod">
        <pc:chgData name="aiman sarwad" userId="f3815411d741f74e" providerId="LiveId" clId="{0B063243-0AD2-4343-883A-721B9A3463DA}" dt="2026-10-14T11:11:20.486" v="571" actId="1076"/>
        <pc:sldMkLst>
          <pc:docMk/>
          <pc:sldMk cId="0" sldId="262"/>
        </pc:sldMkLst>
        <pc:picChg chg="del">
          <ac:chgData name="aiman sarwad" userId="f3815411d741f74e" providerId="LiveId" clId="{0B063243-0AD2-4343-883A-721B9A3463DA}" dt="2026-10-14T11:10:57.986" v="565" actId="21"/>
          <ac:picMkLst>
            <pc:docMk/>
            <pc:sldMk cId="0" sldId="262"/>
            <ac:picMk id="3" creationId="{81932CE2-F219-0CA8-0102-55B8C682B8A2}"/>
          </ac:picMkLst>
        </pc:picChg>
        <pc:picChg chg="add del">
          <ac:chgData name="aiman sarwad" userId="f3815411d741f74e" providerId="LiveId" clId="{0B063243-0AD2-4343-883A-721B9A3463DA}" dt="2026-10-14T11:11:04.012" v="567" actId="21"/>
          <ac:picMkLst>
            <pc:docMk/>
            <pc:sldMk cId="0" sldId="262"/>
            <ac:picMk id="5" creationId="{38DED1C3-1DD9-5861-1A7D-A4A9B449C9F0}"/>
          </ac:picMkLst>
        </pc:picChg>
        <pc:picChg chg="add mod">
          <ac:chgData name="aiman sarwad" userId="f3815411d741f74e" providerId="LiveId" clId="{0B063243-0AD2-4343-883A-721B9A3463DA}" dt="2026-10-14T11:11:20.486" v="571" actId="1076"/>
          <ac:picMkLst>
            <pc:docMk/>
            <pc:sldMk cId="0" sldId="262"/>
            <ac:picMk id="7" creationId="{C627A98A-D938-3B4F-3D5A-EACABEC6306B}"/>
          </ac:picMkLst>
        </pc:picChg>
      </pc:sldChg>
      <pc:sldChg chg="modSp mod">
        <pc:chgData name="aiman sarwad" userId="f3815411d741f74e" providerId="LiveId" clId="{0B063243-0AD2-4343-883A-721B9A3463DA}" dt="2026-10-14T11:17:30.357" v="574"/>
        <pc:sldMkLst>
          <pc:docMk/>
          <pc:sldMk cId="0" sldId="264"/>
        </pc:sldMkLst>
        <pc:spChg chg="mod">
          <ac:chgData name="aiman sarwad" userId="f3815411d741f74e" providerId="LiveId" clId="{0B063243-0AD2-4343-883A-721B9A3463DA}" dt="2026-10-14T11:17:30.357" v="574"/>
          <ac:spMkLst>
            <pc:docMk/>
            <pc:sldMk cId="0" sldId="264"/>
            <ac:spMk id="3" creationId="{322462E8-EB3A-DA7D-44CB-4E757803A755}"/>
          </ac:spMkLst>
        </pc:spChg>
      </pc:sldChg>
      <pc:sldChg chg="del">
        <pc:chgData name="aiman sarwad" userId="f3815411d741f74e" providerId="LiveId" clId="{0B063243-0AD2-4343-883A-721B9A3463DA}" dt="2026-10-14T11:13:13.778" v="572" actId="2696"/>
        <pc:sldMkLst>
          <pc:docMk/>
          <pc:sldMk cId="2115484872" sldId="277"/>
        </pc:sldMkLst>
      </pc:sldChg>
      <pc:sldChg chg="addSp delSp modSp mod">
        <pc:chgData name="aiman sarwad" userId="f3815411d741f74e" providerId="LiveId" clId="{0B063243-0AD2-4343-883A-721B9A3463DA}" dt="2026-10-14T10:54:15.693" v="552" actId="1076"/>
        <pc:sldMkLst>
          <pc:docMk/>
          <pc:sldMk cId="2772501912" sldId="279"/>
        </pc:sldMkLst>
        <pc:picChg chg="add del mod">
          <ac:chgData name="aiman sarwad" userId="f3815411d741f74e" providerId="LiveId" clId="{0B063243-0AD2-4343-883A-721B9A3463DA}" dt="2026-10-14T10:53:26.773" v="545" actId="21"/>
          <ac:picMkLst>
            <pc:docMk/>
            <pc:sldMk cId="2772501912" sldId="279"/>
            <ac:picMk id="4" creationId="{49644154-BAD2-708C-9840-53615A9503E8}"/>
          </ac:picMkLst>
        </pc:picChg>
        <pc:picChg chg="del">
          <ac:chgData name="aiman sarwad" userId="f3815411d741f74e" providerId="LiveId" clId="{0B063243-0AD2-4343-883A-721B9A3463DA}" dt="2026-10-14T10:51:26.446" v="540" actId="21"/>
          <ac:picMkLst>
            <pc:docMk/>
            <pc:sldMk cId="2772501912" sldId="279"/>
            <ac:picMk id="5" creationId="{5DC7512A-0AA7-CC22-D1D2-C738BF12660E}"/>
          </ac:picMkLst>
        </pc:picChg>
        <pc:picChg chg="add mod">
          <ac:chgData name="aiman sarwad" userId="f3815411d741f74e" providerId="LiveId" clId="{0B063243-0AD2-4343-883A-721B9A3463DA}" dt="2026-10-14T10:54:15.693" v="552" actId="1076"/>
          <ac:picMkLst>
            <pc:docMk/>
            <pc:sldMk cId="2772501912" sldId="279"/>
            <ac:picMk id="7" creationId="{BC5221C7-6C58-DEFF-F8D1-3C4CCBC1CB03}"/>
          </ac:picMkLst>
        </pc:picChg>
      </pc:sldChg>
      <pc:sldChg chg="modSp mod">
        <pc:chgData name="aiman sarwad" userId="f3815411d741f74e" providerId="LiveId" clId="{0B063243-0AD2-4343-883A-721B9A3463DA}" dt="2026-10-14T12:03:00.080" v="780"/>
        <pc:sldMkLst>
          <pc:docMk/>
          <pc:sldMk cId="2136706720" sldId="280"/>
        </pc:sldMkLst>
        <pc:spChg chg="mod">
          <ac:chgData name="aiman sarwad" userId="f3815411d741f74e" providerId="LiveId" clId="{0B063243-0AD2-4343-883A-721B9A3463DA}" dt="2026-10-14T12:03:00.080" v="780"/>
          <ac:spMkLst>
            <pc:docMk/>
            <pc:sldMk cId="2136706720" sldId="280"/>
            <ac:spMk id="279" creationId="{EAFA16CB-0A72-5AC5-69A0-ABF4A752B43F}"/>
          </ac:spMkLst>
        </pc:spChg>
      </pc:sldChg>
      <pc:sldChg chg="addSp delSp modSp mod">
        <pc:chgData name="aiman sarwad" userId="f3815411d741f74e" providerId="LiveId" clId="{0B063243-0AD2-4343-883A-721B9A3463DA}" dt="2026-10-14T11:00:36.807" v="555" actId="1076"/>
        <pc:sldMkLst>
          <pc:docMk/>
          <pc:sldMk cId="328526394" sldId="281"/>
        </pc:sldMkLst>
        <pc:spChg chg="mod">
          <ac:chgData name="aiman sarwad" userId="f3815411d741f74e" providerId="LiveId" clId="{0B063243-0AD2-4343-883A-721B9A3463DA}" dt="2026-10-14T10:48:47.137" v="533" actId="20577"/>
          <ac:spMkLst>
            <pc:docMk/>
            <pc:sldMk cId="328526394" sldId="281"/>
            <ac:spMk id="2" creationId="{9BB86949-7ED1-C43B-B1E3-5122BB67A596}"/>
          </ac:spMkLst>
        </pc:spChg>
        <pc:spChg chg="del mod">
          <ac:chgData name="aiman sarwad" userId="f3815411d741f74e" providerId="LiveId" clId="{0B063243-0AD2-4343-883A-721B9A3463DA}" dt="2026-10-14T10:42:09.388" v="492" actId="21"/>
          <ac:spMkLst>
            <pc:docMk/>
            <pc:sldMk cId="328526394" sldId="281"/>
            <ac:spMk id="9" creationId="{6FFF7BC6-93D0-8D42-34B7-C226B1B96C2D}"/>
          </ac:spMkLst>
        </pc:spChg>
        <pc:spChg chg="del">
          <ac:chgData name="aiman sarwad" userId="f3815411d741f74e" providerId="LiveId" clId="{0B063243-0AD2-4343-883A-721B9A3463DA}" dt="2026-10-14T10:42:06.242" v="491" actId="21"/>
          <ac:spMkLst>
            <pc:docMk/>
            <pc:sldMk cId="328526394" sldId="281"/>
            <ac:spMk id="10" creationId="{A6C81E80-ED7B-4240-A8EE-0221D9ACD900}"/>
          </ac:spMkLst>
        </pc:spChg>
        <pc:picChg chg="add mod">
          <ac:chgData name="aiman sarwad" userId="f3815411d741f74e" providerId="LiveId" clId="{0B063243-0AD2-4343-883A-721B9A3463DA}" dt="2026-10-14T11:00:36.807" v="555" actId="1076"/>
          <ac:picMkLst>
            <pc:docMk/>
            <pc:sldMk cId="328526394" sldId="281"/>
            <ac:picMk id="4" creationId="{B071B8EE-6A30-6782-3F5E-904349D43791}"/>
          </ac:picMkLst>
        </pc:picChg>
        <pc:picChg chg="del mod">
          <ac:chgData name="aiman sarwad" userId="f3815411d741f74e" providerId="LiveId" clId="{0B063243-0AD2-4343-883A-721B9A3463DA}" dt="2026-10-14T10:42:01.623" v="490" actId="21"/>
          <ac:picMkLst>
            <pc:docMk/>
            <pc:sldMk cId="328526394" sldId="281"/>
            <ac:picMk id="5" creationId="{61F38907-89DE-28F7-316F-44E7DAB9309E}"/>
          </ac:picMkLst>
        </pc:picChg>
      </pc:sldChg>
      <pc:sldChg chg="modSp mod">
        <pc:chgData name="aiman sarwad" userId="f3815411d741f74e" providerId="LiveId" clId="{0B063243-0AD2-4343-883A-721B9A3463DA}" dt="2026-10-14T09:48:53.431" v="199" actId="20577"/>
        <pc:sldMkLst>
          <pc:docMk/>
          <pc:sldMk cId="2952584201" sldId="282"/>
        </pc:sldMkLst>
        <pc:spChg chg="mod">
          <ac:chgData name="aiman sarwad" userId="f3815411d741f74e" providerId="LiveId" clId="{0B063243-0AD2-4343-883A-721B9A3463DA}" dt="2026-10-14T09:48:53.431" v="199" actId="20577"/>
          <ac:spMkLst>
            <pc:docMk/>
            <pc:sldMk cId="2952584201" sldId="282"/>
            <ac:spMk id="2" creationId="{C6F6745E-14BA-0766-CE1E-32E29663832D}"/>
          </ac:spMkLst>
        </pc:spChg>
      </pc:sldChg>
      <pc:sldChg chg="modSp mod">
        <pc:chgData name="aiman sarwad" userId="f3815411d741f74e" providerId="LiveId" clId="{0B063243-0AD2-4343-883A-721B9A3463DA}" dt="2026-10-14T09:53:35.683" v="204" actId="2710"/>
        <pc:sldMkLst>
          <pc:docMk/>
          <pc:sldMk cId="2290294991" sldId="285"/>
        </pc:sldMkLst>
        <pc:spChg chg="mod">
          <ac:chgData name="aiman sarwad" userId="f3815411d741f74e" providerId="LiveId" clId="{0B063243-0AD2-4343-883A-721B9A3463DA}" dt="2026-10-14T09:53:35.683" v="204" actId="2710"/>
          <ac:spMkLst>
            <pc:docMk/>
            <pc:sldMk cId="2290294991" sldId="285"/>
            <ac:spMk id="2" creationId="{4A1BF701-ABCA-4DF0-8330-B6AF71EF8E39}"/>
          </ac:spMkLst>
        </pc:spChg>
      </pc:sldChg>
      <pc:sldChg chg="modSp mod">
        <pc:chgData name="aiman sarwad" userId="f3815411d741f74e" providerId="LiveId" clId="{0B063243-0AD2-4343-883A-721B9A3463DA}" dt="2026-10-14T11:59:22.693" v="775" actId="403"/>
        <pc:sldMkLst>
          <pc:docMk/>
          <pc:sldMk cId="917964102" sldId="286"/>
        </pc:sldMkLst>
        <pc:spChg chg="mod">
          <ac:chgData name="aiman sarwad" userId="f3815411d741f74e" providerId="LiveId" clId="{0B063243-0AD2-4343-883A-721B9A3463DA}" dt="2026-10-14T11:59:22.693" v="775" actId="403"/>
          <ac:spMkLst>
            <pc:docMk/>
            <pc:sldMk cId="917964102" sldId="286"/>
            <ac:spMk id="3" creationId="{ED65F54F-855A-0DB6-09A6-3212C5F7405B}"/>
          </ac:spMkLst>
        </pc:spChg>
      </pc:sldChg>
      <pc:sldChg chg="addSp delSp modSp mod">
        <pc:chgData name="aiman sarwad" userId="f3815411d741f74e" providerId="LiveId" clId="{0B063243-0AD2-4343-883A-721B9A3463DA}" dt="2026-10-14T13:54:37.900" v="856" actId="1076"/>
        <pc:sldMkLst>
          <pc:docMk/>
          <pc:sldMk cId="2605851928" sldId="287"/>
        </pc:sldMkLst>
        <pc:spChg chg="add del mod">
          <ac:chgData name="aiman sarwad" userId="f3815411d741f74e" providerId="LiveId" clId="{0B063243-0AD2-4343-883A-721B9A3463DA}" dt="2026-10-14T13:46:30.684" v="825" actId="22"/>
          <ac:spMkLst>
            <pc:docMk/>
            <pc:sldMk cId="2605851928" sldId="287"/>
            <ac:spMk id="3" creationId="{B6EBFB0C-F3D2-7177-CFBE-F6E4ECB799E5}"/>
          </ac:spMkLst>
        </pc:spChg>
        <pc:spChg chg="add del mod">
          <ac:chgData name="aiman sarwad" userId="f3815411d741f74e" providerId="LiveId" clId="{0B063243-0AD2-4343-883A-721B9A3463DA}" dt="2026-10-14T13:46:50.912" v="831" actId="22"/>
          <ac:spMkLst>
            <pc:docMk/>
            <pc:sldMk cId="2605851928" sldId="287"/>
            <ac:spMk id="5" creationId="{53DA4131-1CCF-8413-CAFB-D0CCBAEE3BCF}"/>
          </ac:spMkLst>
        </pc:spChg>
        <pc:spChg chg="add del mod">
          <ac:chgData name="aiman sarwad" userId="f3815411d741f74e" providerId="LiveId" clId="{0B063243-0AD2-4343-883A-721B9A3463DA}" dt="2026-10-14T13:53:30.501" v="847"/>
          <ac:spMkLst>
            <pc:docMk/>
            <pc:sldMk cId="2605851928" sldId="287"/>
            <ac:spMk id="7" creationId="{729A80F0-4174-B070-1EE6-FCA42146B5B4}"/>
          </ac:spMkLst>
        </pc:spChg>
        <pc:spChg chg="add del">
          <ac:chgData name="aiman sarwad" userId="f3815411d741f74e" providerId="LiveId" clId="{0B063243-0AD2-4343-883A-721B9A3463DA}" dt="2026-10-14T13:53:25.125" v="843" actId="478"/>
          <ac:spMkLst>
            <pc:docMk/>
            <pc:sldMk cId="2605851928" sldId="287"/>
            <ac:spMk id="9" creationId="{53D91513-1854-1CE0-EA19-EE26A6872462}"/>
          </ac:spMkLst>
        </pc:spChg>
        <pc:spChg chg="mod">
          <ac:chgData name="aiman sarwad" userId="f3815411d741f74e" providerId="LiveId" clId="{0B063243-0AD2-4343-883A-721B9A3463DA}" dt="2026-10-14T13:53:15.161" v="840" actId="20577"/>
          <ac:spMkLst>
            <pc:docMk/>
            <pc:sldMk cId="2605851928" sldId="287"/>
            <ac:spMk id="279" creationId="{3711AF54-94A6-B837-31EF-9A8C4ECB9AF6}"/>
          </ac:spMkLst>
        </pc:spChg>
        <pc:spChg chg="add del mod">
          <ac:chgData name="aiman sarwad" userId="f3815411d741f74e" providerId="LiveId" clId="{0B063243-0AD2-4343-883A-721B9A3463DA}" dt="2026-10-14T13:54:37.900" v="856" actId="1076"/>
          <ac:spMkLst>
            <pc:docMk/>
            <pc:sldMk cId="2605851928" sldId="287"/>
            <ac:spMk id="281" creationId="{7BC356B8-92F8-3187-D065-667AACF68E72}"/>
          </ac:spMkLst>
        </pc:spChg>
      </pc:sldChg>
      <pc:sldChg chg="addSp delSp modSp mod ord">
        <pc:chgData name="aiman sarwad" userId="f3815411d741f74e" providerId="LiveId" clId="{0B063243-0AD2-4343-883A-721B9A3463DA}" dt="2026-10-14T12:34:28.905" v="816" actId="1076"/>
        <pc:sldMkLst>
          <pc:docMk/>
          <pc:sldMk cId="1229047658" sldId="288"/>
        </pc:sldMkLst>
        <pc:spChg chg="del mod">
          <ac:chgData name="aiman sarwad" userId="f3815411d741f74e" providerId="LiveId" clId="{0B063243-0AD2-4343-883A-721B9A3463DA}" dt="2026-10-14T12:33:07.221" v="807" actId="478"/>
          <ac:spMkLst>
            <pc:docMk/>
            <pc:sldMk cId="1229047658" sldId="288"/>
            <ac:spMk id="3" creationId="{4837D5EE-379B-FDC5-0854-8AC81D31FADF}"/>
          </ac:spMkLst>
        </pc:spChg>
        <pc:picChg chg="del">
          <ac:chgData name="aiman sarwad" userId="f3815411d741f74e" providerId="LiveId" clId="{0B063243-0AD2-4343-883A-721B9A3463DA}" dt="2026-10-14T12:32:54.041" v="803" actId="21"/>
          <ac:picMkLst>
            <pc:docMk/>
            <pc:sldMk cId="1229047658" sldId="288"/>
            <ac:picMk id="4" creationId="{AD88C341-1F2F-9B6F-593F-2917E7E23DCB}"/>
          </ac:picMkLst>
        </pc:picChg>
        <pc:picChg chg="add del">
          <ac:chgData name="aiman sarwad" userId="f3815411d741f74e" providerId="LiveId" clId="{0B063243-0AD2-4343-883A-721B9A3463DA}" dt="2026-10-14T12:32:51.627" v="802" actId="21"/>
          <ac:picMkLst>
            <pc:docMk/>
            <pc:sldMk cId="1229047658" sldId="288"/>
            <ac:picMk id="5" creationId="{5BCDA958-499B-CFB3-AF6F-7E27735E9ECE}"/>
          </ac:picMkLst>
        </pc:picChg>
        <pc:picChg chg="add mod">
          <ac:chgData name="aiman sarwad" userId="f3815411d741f74e" providerId="LiveId" clId="{0B063243-0AD2-4343-883A-721B9A3463DA}" dt="2026-10-14T12:33:14.029" v="810" actId="1076"/>
          <ac:picMkLst>
            <pc:docMk/>
            <pc:sldMk cId="1229047658" sldId="288"/>
            <ac:picMk id="8" creationId="{4B091AC2-CA58-6352-9A28-253259543741}"/>
          </ac:picMkLst>
        </pc:picChg>
        <pc:picChg chg="add mod">
          <ac:chgData name="aiman sarwad" userId="f3815411d741f74e" providerId="LiveId" clId="{0B063243-0AD2-4343-883A-721B9A3463DA}" dt="2026-10-14T12:34:28.905" v="816" actId="1076"/>
          <ac:picMkLst>
            <pc:docMk/>
            <pc:sldMk cId="1229047658" sldId="288"/>
            <ac:picMk id="10" creationId="{C0BD83F2-10EA-5E18-F53B-C22965398B17}"/>
          </ac:picMkLst>
        </pc:picChg>
      </pc:sldChg>
      <pc:sldChg chg="addSp delSp modSp mod ord">
        <pc:chgData name="aiman sarwad" userId="f3815411d741f74e" providerId="LiveId" clId="{0B063243-0AD2-4343-883A-721B9A3463DA}" dt="2026-10-14T12:29:28.851" v="800" actId="1076"/>
        <pc:sldMkLst>
          <pc:docMk/>
          <pc:sldMk cId="2506610743" sldId="289"/>
        </pc:sldMkLst>
        <pc:spChg chg="del mod">
          <ac:chgData name="aiman sarwad" userId="f3815411d741f74e" providerId="LiveId" clId="{0B063243-0AD2-4343-883A-721B9A3463DA}" dt="2026-10-14T12:29:26.636" v="799" actId="478"/>
          <ac:spMkLst>
            <pc:docMk/>
            <pc:sldMk cId="2506610743" sldId="289"/>
            <ac:spMk id="6" creationId="{C0D36B1A-26C2-CD55-1032-4CB5E4EDF305}"/>
          </ac:spMkLst>
        </pc:spChg>
        <pc:picChg chg="add del mod">
          <ac:chgData name="aiman sarwad" userId="f3815411d741f74e" providerId="LiveId" clId="{0B063243-0AD2-4343-883A-721B9A3463DA}" dt="2026-10-14T12:28:17.176" v="789" actId="21"/>
          <ac:picMkLst>
            <pc:docMk/>
            <pc:sldMk cId="2506610743" sldId="289"/>
            <ac:picMk id="3" creationId="{EBB02DDC-D877-DE7A-F4BA-FBDDD2DBF49E}"/>
          </ac:picMkLst>
        </pc:picChg>
        <pc:picChg chg="del">
          <ac:chgData name="aiman sarwad" userId="f3815411d741f74e" providerId="LiveId" clId="{0B063243-0AD2-4343-883A-721B9A3463DA}" dt="2026-10-14T12:28:07.079" v="785" actId="21"/>
          <ac:picMkLst>
            <pc:docMk/>
            <pc:sldMk cId="2506610743" sldId="289"/>
            <ac:picMk id="4" creationId="{099C3698-991D-7A38-C456-893C84C23FC9}"/>
          </ac:picMkLst>
        </pc:picChg>
        <pc:picChg chg="add mod modCrop">
          <ac:chgData name="aiman sarwad" userId="f3815411d741f74e" providerId="LiveId" clId="{0B063243-0AD2-4343-883A-721B9A3463DA}" dt="2026-10-14T12:29:28.851" v="800" actId="1076"/>
          <ac:picMkLst>
            <pc:docMk/>
            <pc:sldMk cId="2506610743" sldId="289"/>
            <ac:picMk id="8" creationId="{5FA276C1-733F-110C-94A8-1B29025E5F3E}"/>
          </ac:picMkLst>
        </pc:picChg>
      </pc:sldChg>
      <pc:sldChg chg="addSp delSp modSp mod">
        <pc:chgData name="aiman sarwad" userId="f3815411d741f74e" providerId="LiveId" clId="{0B063243-0AD2-4343-883A-721B9A3463DA}" dt="2026-10-14T11:54:10.649" v="769" actId="21"/>
        <pc:sldMkLst>
          <pc:docMk/>
          <pc:sldMk cId="1429961814" sldId="290"/>
        </pc:sldMkLst>
        <pc:spChg chg="add del mod">
          <ac:chgData name="aiman sarwad" userId="f3815411d741f74e" providerId="LiveId" clId="{0B063243-0AD2-4343-883A-721B9A3463DA}" dt="2026-10-14T11:36:28.834" v="666"/>
          <ac:spMkLst>
            <pc:docMk/>
            <pc:sldMk cId="1429961814" sldId="290"/>
            <ac:spMk id="14" creationId="{99610AAD-9C9C-BDB1-2E9E-A96D7DE97781}"/>
          </ac:spMkLst>
        </pc:spChg>
        <pc:spChg chg="mod">
          <ac:chgData name="aiman sarwad" userId="f3815411d741f74e" providerId="LiveId" clId="{0B063243-0AD2-4343-883A-721B9A3463DA}" dt="2026-10-14T11:36:18.124" v="663" actId="1076"/>
          <ac:spMkLst>
            <pc:docMk/>
            <pc:sldMk cId="1429961814" sldId="290"/>
            <ac:spMk id="280" creationId="{827D77C8-2496-7668-B3B3-927FD4DB704D}"/>
          </ac:spMkLst>
        </pc:spChg>
        <pc:picChg chg="del">
          <ac:chgData name="aiman sarwad" userId="f3815411d741f74e" providerId="LiveId" clId="{0B063243-0AD2-4343-883A-721B9A3463DA}" dt="2026-10-14T11:17:46.430" v="575" actId="21"/>
          <ac:picMkLst>
            <pc:docMk/>
            <pc:sldMk cId="1429961814" sldId="290"/>
            <ac:picMk id="4" creationId="{E430EE8C-8F89-5938-483F-00452050511A}"/>
          </ac:picMkLst>
        </pc:picChg>
        <pc:picChg chg="add mod modCrop">
          <ac:chgData name="aiman sarwad" userId="f3815411d741f74e" providerId="LiveId" clId="{0B063243-0AD2-4343-883A-721B9A3463DA}" dt="2026-10-14T11:26:20.807" v="631" actId="1076"/>
          <ac:picMkLst>
            <pc:docMk/>
            <pc:sldMk cId="1429961814" sldId="290"/>
            <ac:picMk id="5" creationId="{833BD74A-BF31-4E03-8219-F9F8B3376369}"/>
          </ac:picMkLst>
        </pc:picChg>
        <pc:picChg chg="add mod">
          <ac:chgData name="aiman sarwad" userId="f3815411d741f74e" providerId="LiveId" clId="{0B063243-0AD2-4343-883A-721B9A3463DA}" dt="2026-10-14T11:26:23.765" v="632" actId="1076"/>
          <ac:picMkLst>
            <pc:docMk/>
            <pc:sldMk cId="1429961814" sldId="290"/>
            <ac:picMk id="7" creationId="{4D79A6C9-C90B-6E9C-00F9-88D2FF21F5F5}"/>
          </ac:picMkLst>
        </pc:picChg>
        <pc:picChg chg="add del mod">
          <ac:chgData name="aiman sarwad" userId="f3815411d741f74e" providerId="LiveId" clId="{0B063243-0AD2-4343-883A-721B9A3463DA}" dt="2026-10-14T11:37:37.312" v="673" actId="21"/>
          <ac:picMkLst>
            <pc:docMk/>
            <pc:sldMk cId="1429961814" sldId="290"/>
            <ac:picMk id="9" creationId="{89C0AF6E-1F62-8FB5-CFC7-D8A48C5F2589}"/>
          </ac:picMkLst>
        </pc:picChg>
        <pc:picChg chg="add del mod">
          <ac:chgData name="aiman sarwad" userId="f3815411d741f74e" providerId="LiveId" clId="{0B063243-0AD2-4343-883A-721B9A3463DA}" dt="2026-10-14T11:39:51.040" v="725" actId="21"/>
          <ac:picMkLst>
            <pc:docMk/>
            <pc:sldMk cId="1429961814" sldId="290"/>
            <ac:picMk id="11" creationId="{FA0A809C-2622-EFDE-ACEA-1079899E2DDF}"/>
          </ac:picMkLst>
        </pc:picChg>
        <pc:picChg chg="add del mod modCrop">
          <ac:chgData name="aiman sarwad" userId="f3815411d741f74e" providerId="LiveId" clId="{0B063243-0AD2-4343-883A-721B9A3463DA}" dt="2026-10-14T11:54:10.649" v="769" actId="21"/>
          <ac:picMkLst>
            <pc:docMk/>
            <pc:sldMk cId="1429961814" sldId="290"/>
            <ac:picMk id="13" creationId="{54EF2C18-4C66-4CFE-DC51-47B3856BBA18}"/>
          </ac:picMkLst>
        </pc:picChg>
      </pc:sldChg>
      <pc:sldChg chg="addSp delSp modSp mod">
        <pc:chgData name="aiman sarwad" userId="f3815411d741f74e" providerId="LiveId" clId="{0B063243-0AD2-4343-883A-721B9A3463DA}" dt="2026-10-14T11:04:08.586" v="564" actId="1076"/>
        <pc:sldMkLst>
          <pc:docMk/>
          <pc:sldMk cId="232371894" sldId="291"/>
        </pc:sldMkLst>
        <pc:picChg chg="add mod">
          <ac:chgData name="aiman sarwad" userId="f3815411d741f74e" providerId="LiveId" clId="{0B063243-0AD2-4343-883A-721B9A3463DA}" dt="2026-10-14T11:04:08.586" v="564" actId="1076"/>
          <ac:picMkLst>
            <pc:docMk/>
            <pc:sldMk cId="232371894" sldId="291"/>
            <ac:picMk id="3" creationId="{025BD8DD-77CF-0833-CE7F-7B364C65A51E}"/>
          </ac:picMkLst>
        </pc:picChg>
        <pc:picChg chg="add del mod">
          <ac:chgData name="aiman sarwad" userId="f3815411d741f74e" providerId="LiveId" clId="{0B063243-0AD2-4343-883A-721B9A3463DA}" dt="2026-10-14T11:01:43.485" v="559" actId="21"/>
          <ac:picMkLst>
            <pc:docMk/>
            <pc:sldMk cId="232371894" sldId="291"/>
            <ac:picMk id="5" creationId="{433A290A-6680-D490-E6D4-9336496B1C34}"/>
          </ac:picMkLst>
        </pc:picChg>
      </pc:sldChg>
      <pc:sldChg chg="addSp delSp modSp mod">
        <pc:chgData name="aiman sarwad" userId="f3815411d741f74e" providerId="LiveId" clId="{0B063243-0AD2-4343-883A-721B9A3463DA}" dt="2026-10-14T11:51:52.452" v="749" actId="1076"/>
        <pc:sldMkLst>
          <pc:docMk/>
          <pc:sldMk cId="3585092305" sldId="292"/>
        </pc:sldMkLst>
        <pc:spChg chg="add del mod">
          <ac:chgData name="aiman sarwad" userId="f3815411d741f74e" providerId="LiveId" clId="{0B063243-0AD2-4343-883A-721B9A3463DA}" dt="2026-10-14T11:40:22.366" v="729" actId="478"/>
          <ac:spMkLst>
            <pc:docMk/>
            <pc:sldMk cId="3585092305" sldId="292"/>
            <ac:spMk id="2" creationId="{9692D13D-6B69-03D8-BA22-587B943A2572}"/>
          </ac:spMkLst>
        </pc:spChg>
        <pc:picChg chg="add del mod">
          <ac:chgData name="aiman sarwad" userId="f3815411d741f74e" providerId="LiveId" clId="{0B063243-0AD2-4343-883A-721B9A3463DA}" dt="2026-10-14T11:39:44.266" v="724" actId="1076"/>
          <ac:picMkLst>
            <pc:docMk/>
            <pc:sldMk cId="3585092305" sldId="292"/>
            <ac:picMk id="4" creationId="{A66B059B-E400-3810-F2C9-973AA5C1E7D9}"/>
          </ac:picMkLst>
        </pc:picChg>
        <pc:picChg chg="del">
          <ac:chgData name="aiman sarwad" userId="f3815411d741f74e" providerId="LiveId" clId="{0B063243-0AD2-4343-883A-721B9A3463DA}" dt="2026-10-14T11:37:12.641" v="667" actId="21"/>
          <ac:picMkLst>
            <pc:docMk/>
            <pc:sldMk cId="3585092305" sldId="292"/>
            <ac:picMk id="5" creationId="{146B9DE6-C4BB-B81B-528A-B8789445C3FE}"/>
          </ac:picMkLst>
        </pc:picChg>
        <pc:picChg chg="add mod">
          <ac:chgData name="aiman sarwad" userId="f3815411d741f74e" providerId="LiveId" clId="{0B063243-0AD2-4343-883A-721B9A3463DA}" dt="2026-10-14T11:39:27.123" v="715" actId="1076"/>
          <ac:picMkLst>
            <pc:docMk/>
            <pc:sldMk cId="3585092305" sldId="292"/>
            <ac:picMk id="7" creationId="{CC7B3163-0305-8E14-006D-A8CD5F848F3A}"/>
          </ac:picMkLst>
        </pc:picChg>
        <pc:picChg chg="add del mod">
          <ac:chgData name="aiman sarwad" userId="f3815411d741f74e" providerId="LiveId" clId="{0B063243-0AD2-4343-883A-721B9A3463DA}" dt="2026-10-14T11:39:26.746" v="714" actId="22"/>
          <ac:picMkLst>
            <pc:docMk/>
            <pc:sldMk cId="3585092305" sldId="292"/>
            <ac:picMk id="9" creationId="{1F07A5E7-6D89-180A-C4BF-65E6660BAD32}"/>
          </ac:picMkLst>
        </pc:picChg>
        <pc:picChg chg="add del mod">
          <ac:chgData name="aiman sarwad" userId="f3815411d741f74e" providerId="LiveId" clId="{0B063243-0AD2-4343-883A-721B9A3463DA}" dt="2026-10-14T11:39:24.149" v="709" actId="22"/>
          <ac:picMkLst>
            <pc:docMk/>
            <pc:sldMk cId="3585092305" sldId="292"/>
            <ac:picMk id="11" creationId="{869294BE-B0AD-B8B5-35C1-E78D34C0E212}"/>
          </ac:picMkLst>
        </pc:picChg>
        <pc:picChg chg="add mod">
          <ac:chgData name="aiman sarwad" userId="f3815411d741f74e" providerId="LiveId" clId="{0B063243-0AD2-4343-883A-721B9A3463DA}" dt="2026-10-14T11:40:35.642" v="733" actId="1076"/>
          <ac:picMkLst>
            <pc:docMk/>
            <pc:sldMk cId="3585092305" sldId="292"/>
            <ac:picMk id="13" creationId="{290F4E65-7E3A-83A3-3340-59955DB51055}"/>
          </ac:picMkLst>
        </pc:picChg>
        <pc:picChg chg="add mod">
          <ac:chgData name="aiman sarwad" userId="f3815411d741f74e" providerId="LiveId" clId="{0B063243-0AD2-4343-883A-721B9A3463DA}" dt="2026-10-14T11:50:29.875" v="738" actId="1076"/>
          <ac:picMkLst>
            <pc:docMk/>
            <pc:sldMk cId="3585092305" sldId="292"/>
            <ac:picMk id="15" creationId="{6F97B71D-8BE2-C29C-3A7B-47FDB8EB7945}"/>
          </ac:picMkLst>
        </pc:picChg>
        <pc:picChg chg="add mod">
          <ac:chgData name="aiman sarwad" userId="f3815411d741f74e" providerId="LiveId" clId="{0B063243-0AD2-4343-883A-721B9A3463DA}" dt="2026-10-14T11:51:52.452" v="749" actId="1076"/>
          <ac:picMkLst>
            <pc:docMk/>
            <pc:sldMk cId="3585092305" sldId="292"/>
            <ac:picMk id="17" creationId="{0D02DE38-8777-DA7F-2804-659B62F8858F}"/>
          </ac:picMkLst>
        </pc:picChg>
      </pc:sldChg>
      <pc:sldChg chg="addSp delSp modSp mod ord">
        <pc:chgData name="aiman sarwad" userId="f3815411d741f74e" providerId="LiveId" clId="{0B063243-0AD2-4343-883A-721B9A3463DA}" dt="2026-10-14T11:59:33.184" v="777"/>
        <pc:sldMkLst>
          <pc:docMk/>
          <pc:sldMk cId="2601907186" sldId="293"/>
        </pc:sldMkLst>
        <pc:spChg chg="add del mod">
          <ac:chgData name="aiman sarwad" userId="f3815411d741f74e" providerId="LiveId" clId="{0B063243-0AD2-4343-883A-721B9A3463DA}" dt="2026-10-14T11:53:03.917" v="755" actId="478"/>
          <ac:spMkLst>
            <pc:docMk/>
            <pc:sldMk cId="2601907186" sldId="293"/>
            <ac:spMk id="2" creationId="{EB55001C-8880-8B09-8704-29D3F62E7A03}"/>
          </ac:spMkLst>
        </pc:spChg>
        <pc:spChg chg="add del">
          <ac:chgData name="aiman sarwad" userId="f3815411d741f74e" providerId="LiveId" clId="{0B063243-0AD2-4343-883A-721B9A3463DA}" dt="2026-10-14T11:52:57.091" v="752" actId="478"/>
          <ac:spMkLst>
            <pc:docMk/>
            <pc:sldMk cId="2601907186" sldId="293"/>
            <ac:spMk id="278" creationId="{67AD5A0A-54A3-BC96-26BB-9C49B61555EC}"/>
          </ac:spMkLst>
        </pc:spChg>
        <pc:spChg chg="add del">
          <ac:chgData name="aiman sarwad" userId="f3815411d741f74e" providerId="LiveId" clId="{0B063243-0AD2-4343-883A-721B9A3463DA}" dt="2026-10-14T11:52:57.091" v="752" actId="478"/>
          <ac:spMkLst>
            <pc:docMk/>
            <pc:sldMk cId="2601907186" sldId="293"/>
            <ac:spMk id="280" creationId="{A12490E1-7210-03FA-8406-7044E50A98B3}"/>
          </ac:spMkLst>
        </pc:spChg>
        <pc:spChg chg="add del">
          <ac:chgData name="aiman sarwad" userId="f3815411d741f74e" providerId="LiveId" clId="{0B063243-0AD2-4343-883A-721B9A3463DA}" dt="2026-10-14T11:52:57.091" v="752" actId="478"/>
          <ac:spMkLst>
            <pc:docMk/>
            <pc:sldMk cId="2601907186" sldId="293"/>
            <ac:spMk id="281" creationId="{D0575C07-AA6B-0149-734C-B101314C9343}"/>
          </ac:spMkLst>
        </pc:spChg>
        <pc:spChg chg="add del">
          <ac:chgData name="aiman sarwad" userId="f3815411d741f74e" providerId="LiveId" clId="{0B063243-0AD2-4343-883A-721B9A3463DA}" dt="2026-10-14T11:52:57.091" v="752" actId="478"/>
          <ac:spMkLst>
            <pc:docMk/>
            <pc:sldMk cId="2601907186" sldId="293"/>
            <ac:spMk id="282" creationId="{77B9C142-F05E-0FCB-045D-6B4B10F795C3}"/>
          </ac:spMkLst>
        </pc:spChg>
        <pc:picChg chg="del">
          <ac:chgData name="aiman sarwad" userId="f3815411d741f74e" providerId="LiveId" clId="{0B063243-0AD2-4343-883A-721B9A3463DA}" dt="2026-10-14T11:52:00.044" v="750" actId="21"/>
          <ac:picMkLst>
            <pc:docMk/>
            <pc:sldMk cId="2601907186" sldId="293"/>
            <ac:picMk id="4" creationId="{BA6C1B5E-405A-0E58-2397-353A88D82B9B}"/>
          </ac:picMkLst>
        </pc:picChg>
        <pc:picChg chg="add mod">
          <ac:chgData name="aiman sarwad" userId="f3815411d741f74e" providerId="LiveId" clId="{0B063243-0AD2-4343-883A-721B9A3463DA}" dt="2026-10-14T11:53:12.349" v="759" actId="1076"/>
          <ac:picMkLst>
            <pc:docMk/>
            <pc:sldMk cId="2601907186" sldId="293"/>
            <ac:picMk id="5" creationId="{75829A9B-3B44-AC98-7C3F-3A1E079C57D7}"/>
          </ac:picMkLst>
        </pc:picChg>
        <pc:picChg chg="add mod">
          <ac:chgData name="aiman sarwad" userId="f3815411d741f74e" providerId="LiveId" clId="{0B063243-0AD2-4343-883A-721B9A3463DA}" dt="2026-10-14T11:53:59.779" v="768" actId="1076"/>
          <ac:picMkLst>
            <pc:docMk/>
            <pc:sldMk cId="2601907186" sldId="293"/>
            <ac:picMk id="7" creationId="{E323332E-D4C1-DE14-AEDF-71DA32A3B1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62219494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 err="1"/>
                        <a:t>Aimanaz</a:t>
                      </a:r>
                      <a:r>
                        <a:rPr lang="en-IN" sz="1800" dirty="0"/>
                        <a:t> Sarwad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aimansarwad@gmail.com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8431326574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</a:t>
            </a:r>
            <a:r>
              <a:rPr lang="kn-IN" sz="2400" b="1" dirty="0"/>
              <a:t>Food Technology &amp; Culinary Automation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4" y="624995"/>
            <a:ext cx="9883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/>
              <a:t>Document Q&amp;A RAG Agent for Recipe Generator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262E0-C3C8-93E6-27DE-7F1AD298CF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54" t="29973" r="26797" b="28604"/>
          <a:stretch>
            <a:fillRect/>
          </a:stretch>
        </p:blipFill>
        <p:spPr>
          <a:xfrm>
            <a:off x="4114800" y="3588944"/>
            <a:ext cx="865632" cy="11236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396240" y="1165753"/>
            <a:ext cx="1078687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b="1" dirty="0"/>
              <a:t>Document Q&amp;A RAG Agent for Recipe Generator</a:t>
            </a:r>
            <a:endParaRPr lang="en-US" dirty="0"/>
          </a:p>
          <a:p>
            <a:pPr fontAlgn="base"/>
            <a:endParaRPr lang="en-US" b="1" dirty="0"/>
          </a:p>
          <a:p>
            <a:r>
              <a:rPr lang="en-IN" b="1" dirty="0"/>
              <a:t>The Challenge</a:t>
            </a:r>
            <a:endParaRPr lang="en-US" dirty="0"/>
          </a:p>
          <a:p>
            <a:r>
              <a:rPr lang="en-IN" dirty="0"/>
              <a:t>Food enthusiasts and culinary professionals often rely on unstructured recipe documents, cookbooks, blogs, and user-submitted notes. Searching across these scattered resources is time-consuming, and it’s difficult to adapt recipes based on dietary needs, available ingredients, or cultural preferences. The challenge is not just to retrieve recipes but to </a:t>
            </a:r>
            <a:r>
              <a:rPr lang="en-IN" b="1" dirty="0"/>
              <a:t>intelligently query, adapt, and generate personalized cooking instructions.</a:t>
            </a:r>
          </a:p>
          <a:p>
            <a:endParaRPr lang="en-US" dirty="0"/>
          </a:p>
          <a:p>
            <a:r>
              <a:rPr lang="en-IN" b="1" dirty="0"/>
              <a:t>The Objective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Build a </a:t>
            </a:r>
            <a:r>
              <a:rPr lang="en-IN" b="1" dirty="0"/>
              <a:t>Document Q&amp;A RAG (Retrieval-Augmented Generation) Agent</a:t>
            </a:r>
            <a:r>
              <a:rPr lang="en-IN" dirty="0"/>
              <a:t> that can act as an intelligent recipe generator. The solution should: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Ingest &amp; Index Recipe Documents:</a:t>
            </a:r>
            <a:r>
              <a:rPr lang="en-IN" dirty="0"/>
              <a:t> Parse cookbooks, PDFs, blogs, or uploaded recipe notes and store them in a searchable knowledge base.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Enable Conversational Q&amp;A:</a:t>
            </a:r>
            <a:r>
              <a:rPr lang="en-IN" dirty="0"/>
              <a:t> Allow users to ask natural language questions (e.g., </a:t>
            </a:r>
            <a:r>
              <a:rPr lang="en-IN" i="1" dirty="0"/>
              <a:t>“How can I make a sugar-free version of chocolate cake?”</a:t>
            </a:r>
            <a:r>
              <a:rPr lang="en-IN" dirty="0"/>
              <a:t>) and receive precise, recipe-aware answers.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Create a Personalized &amp; Agentic Layer:</a:t>
            </a:r>
            <a:r>
              <a:rPr lang="en-IN" dirty="0"/>
              <a:t> Adapt recipes based on user constraints such as available ingredients, dietary restrictions, cooking time, or cuisine preferences.</a:t>
            </a:r>
          </a:p>
          <a:p>
            <a:pPr marL="342900" lvl="0" indent="-342900">
              <a:buFont typeface="+mj-lt"/>
              <a:buAutoNum type="arabicPeriod"/>
            </a:pPr>
            <a:endParaRPr lang="en-US" dirty="0"/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Visualize Cooking Guidance:</a:t>
            </a:r>
            <a:r>
              <a:rPr lang="en-IN" dirty="0"/>
              <a:t> Present results as step-by-step cooking instructions with substitution suggestions, nutritional facts, and even generate a shopping list.</a:t>
            </a: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5438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>
              <a:lnSpc>
                <a:spcPct val="150000"/>
              </a:lnSpc>
            </a:pPr>
            <a:r>
              <a:rPr lang="kn-IN" b="1" dirty="0"/>
              <a:t>Proposed Solution: Intelligent Recipe Generator &amp; Culinary Companion</a:t>
            </a:r>
            <a:endParaRPr lang="kn-IN" dirty="0"/>
          </a:p>
          <a:p>
            <a:pPr>
              <a:lnSpc>
                <a:spcPct val="150000"/>
              </a:lnSpc>
            </a:pPr>
            <a:r>
              <a:rPr lang="kn-IN" dirty="0"/>
              <a:t>The proposed solution is an AI-powered culinary assistant built using Python Flask, Bootstrap 5, and advanced Large Language Models to deliver real-time, personalized cooking guidance and recipe generation. The system addresses challenges in scattered recipe discovery and ingredient adaptation through a robust, user-centric web architecture.</a:t>
            </a:r>
          </a:p>
          <a:p>
            <a:pPr>
              <a:lnSpc>
                <a:spcPct val="150000"/>
              </a:lnSpc>
            </a:pPr>
            <a:r>
              <a:rPr lang="kn-IN" dirty="0"/>
              <a:t>At its core, the application uses dynamic LLM prompting to interpret raw ingredient inputs, dietary restrictions, and time constraints, formulating complete cooking instructions and nutritional estimates on the fly.</a:t>
            </a:r>
          </a:p>
          <a:p>
            <a:pPr>
              <a:lnSpc>
                <a:spcPct val="150000"/>
              </a:lnSpc>
            </a:pPr>
            <a:r>
              <a:rPr lang="kn-IN" dirty="0"/>
              <a:t>The system features core functional modules:</a:t>
            </a:r>
          </a:p>
          <a:p>
            <a:pPr lvl="0">
              <a:lnSpc>
                <a:spcPct val="150000"/>
              </a:lnSpc>
            </a:pPr>
            <a:r>
              <a:rPr lang="kn-IN" b="1" dirty="0"/>
              <a:t>Recipe Generation Agent</a:t>
            </a:r>
            <a:r>
              <a:rPr lang="kn-IN" dirty="0"/>
              <a:t> – Formulates custom, structured recipes based on available pantry items, dietary needs, and preparation time limits.</a:t>
            </a:r>
          </a:p>
          <a:p>
            <a:pPr lvl="0">
              <a:lnSpc>
                <a:spcPct val="150000"/>
              </a:lnSpc>
            </a:pPr>
            <a:r>
              <a:rPr lang="kn-IN" b="1" dirty="0"/>
              <a:t>Culinary Knowledge Agent</a:t>
            </a:r>
            <a:r>
              <a:rPr lang="kn-IN" dirty="0"/>
              <a:t> – Answers real-time cooking and food science queries, offering professional kitchen tips and techniques.</a:t>
            </a:r>
          </a:p>
          <a:p>
            <a:pPr lvl="0">
              <a:lnSpc>
                <a:spcPct val="150000"/>
              </a:lnSpc>
            </a:pPr>
            <a:r>
              <a:rPr lang="kn-IN" b="1" dirty="0"/>
              <a:t>Smart Substitution Engine</a:t>
            </a:r>
            <a:r>
              <a:rPr lang="kn-IN" dirty="0"/>
              <a:t> – Suggests intelligent ingredient alternatives when items are missing, preserving authentic flavor profiles.</a:t>
            </a:r>
          </a:p>
          <a:p>
            <a:pPr lvl="0">
              <a:lnSpc>
                <a:spcPct val="150000"/>
              </a:lnSpc>
            </a:pPr>
            <a:r>
              <a:rPr lang="kn-IN" b="1" dirty="0"/>
              <a:t>Nutritional Estimation Module</a:t>
            </a:r>
            <a:r>
              <a:rPr lang="kn-IN" dirty="0"/>
              <a:t> – Automatically calculates approximate calories and macronutrients for every generated dish.</a:t>
            </a:r>
          </a:p>
          <a:p>
            <a:pPr>
              <a:lnSpc>
                <a:spcPct val="150000"/>
              </a:lnSpc>
            </a:pPr>
            <a:r>
              <a:rPr lang="kn-IN" dirty="0"/>
              <a:t>The solution includes a responsive web interface featuring secure user authentication, interactive chat workflows, a dark mode UI toggle, and a local history tracker for seamless meal planning.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Bob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Nutrition Agent efficiently. IBM Cloud enables a </a:t>
            </a:r>
            <a:r>
              <a:rPr lang="en-US" sz="1800" b="1" dirty="0"/>
              <a:t>reliable, secure, and scalable environment</a:t>
            </a:r>
            <a:r>
              <a:rPr lang="en-US" sz="18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to </a:t>
            </a:r>
            <a:r>
              <a:rPr lang="en-US" sz="1800" b="1" dirty="0"/>
              <a:t>fetch real data first, then generate intelligent answers</a:t>
            </a:r>
            <a:r>
              <a:rPr lang="en-US" sz="18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For RAG-based nutritional data retrieval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Required Files created using IBM bob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13085"/>
            <a:ext cx="353939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Chief.html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1B8EE-6A30-6782-3F5E-904349D43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1618" y="1032680"/>
            <a:ext cx="9363132" cy="50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 dirty="0"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221C7-6C58-DEFF-F8D1-3C4CCBC1C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78" y="1157421"/>
            <a:ext cx="10155820" cy="520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5BD8DD-77CF-0833-CE7F-7B364C65A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658537"/>
            <a:ext cx="10591800" cy="554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27A98A-D938-3B4F-3D5A-EACABEC63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63" y="902825"/>
            <a:ext cx="9484664" cy="5337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n-IN" b="1" dirty="0"/>
              <a:t>Agentic AI</a:t>
            </a:r>
            <a:r>
              <a:rPr lang="kn-IN" dirty="0"/>
              <a:t> enables ChefMate AI to function as an intelligent, autonomous culinary and nutrition system rather than a simple static chatbot. Using </a:t>
            </a:r>
            <a:r>
              <a:rPr lang="kn-IN" b="1" dirty="0"/>
              <a:t>Groq</a:t>
            </a:r>
            <a:r>
              <a:rPr lang="kn-IN" dirty="0"/>
              <a:t> and </a:t>
            </a:r>
            <a:r>
              <a:rPr lang="kn-IN" b="1" dirty="0"/>
              <a:t>LLaMA 3.3</a:t>
            </a:r>
            <a:r>
              <a:rPr lang="kn-IN" dirty="0"/>
              <a:t> models, it coordinates multiple specialized agents to deliver precise recipe generation, pantry management, and nutritional guidance.</a:t>
            </a:r>
          </a:p>
          <a:p>
            <a:r>
              <a:rPr lang="kn-IN" dirty="0"/>
              <a:t>Each agent performs a specific role—such as retrieving recipe data via semantic search, analyzing available pantry ingredients, providing dietary tips, and evaluating nutritional breakdowns—while working collaboratively. This </a:t>
            </a:r>
            <a:r>
              <a:rPr lang="kn-IN" b="1" dirty="0"/>
              <a:t>multi-agent approach</a:t>
            </a:r>
            <a:r>
              <a:rPr lang="kn-IN" dirty="0"/>
              <a:t> ensures efficient task execution and accurate results.</a:t>
            </a:r>
          </a:p>
          <a:p>
            <a:r>
              <a:rPr lang="kn-IN" dirty="0"/>
              <a:t>Agentic AI also brings </a:t>
            </a:r>
            <a:r>
              <a:rPr lang="kn-IN" b="1" dirty="0"/>
              <a:t>context awareness</a:t>
            </a:r>
            <a:r>
              <a:rPr lang="kn-IN" dirty="0"/>
              <a:t>, understanding user details like dietary restrictions, available kitchen ingredients, and cooking preferences to generate tailored recommendations. It supports </a:t>
            </a:r>
            <a:r>
              <a:rPr lang="kn-IN" b="1" dirty="0"/>
              <a:t>real-time adaptation</a:t>
            </a:r>
            <a:r>
              <a:rPr lang="kn-IN" dirty="0"/>
              <a:t>, continuously updating recipe suggestions and cooking steps based on user inputs or modifications.</a:t>
            </a:r>
          </a:p>
          <a:p>
            <a:r>
              <a:rPr lang="kn-IN" dirty="0"/>
              <a:t>Additionally, agents communicate with each other, enabling better decision-making and improved culinary outcomes.</a:t>
            </a:r>
          </a:p>
          <a:p>
            <a:r>
              <a:rPr lang="kn-IN" dirty="0"/>
              <a:t>Overall, Agentic AI makes the system proactive, personalized, and goal-driven, acting like a smart digital chef and nutritionist that helps users cook creatively with what is already in their kitchen.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 dirty="0">
                <a:solidFill>
                  <a:srgbClr val="FF0000"/>
                </a:solidFill>
              </a:rPr>
              <a:t>You can take 2-3 more slides for each screenshot</a:t>
            </a:r>
            <a:endParaRPr lang="en-IN" sz="20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3BD74A-BF31-4E03-8219-F9F8B3376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63"/>
          <a:stretch>
            <a:fillRect/>
          </a:stretch>
        </p:blipFill>
        <p:spPr>
          <a:xfrm>
            <a:off x="61529" y="765798"/>
            <a:ext cx="5775940" cy="3495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A6C9-C90B-6E9C-00F9-88D2FF21F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097" y="782816"/>
            <a:ext cx="6128374" cy="340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6B059B-E400-3810-F2C9-973AA5C1E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625999"/>
            <a:ext cx="5182777" cy="2803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B3163-0305-8E14-006D-A8CD5F848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468" y="596333"/>
            <a:ext cx="5290785" cy="31469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0F4E65-7E3A-83A3-3340-59955DB51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368" y="3429000"/>
            <a:ext cx="2921136" cy="31934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97B71D-8BE2-C29C-3A7B-47FDB8EB79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0499" y="3714314"/>
            <a:ext cx="4762844" cy="28943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02DE38-8777-DA7F-2804-659B62F88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4584" y="4126264"/>
            <a:ext cx="4197669" cy="261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 Project Output Screenshot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29A9B-3B44-AC98-7C3F-3A1E079C5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7" y="592098"/>
            <a:ext cx="7946107" cy="3740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3332E-D4C1-DE14-AEDF-71DA32A3B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785" y="464968"/>
            <a:ext cx="4321215" cy="553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n-IN" sz="1800" dirty="0"/>
              <a:t>The proposed </a:t>
            </a:r>
            <a:r>
              <a:rPr lang="kn-IN" sz="1800" b="1" dirty="0"/>
              <a:t>ChefMate AI – Pantry Helper</a:t>
            </a:r>
            <a:r>
              <a:rPr lang="kn-IN" sz="1800" dirty="0"/>
              <a:t> stands out by transforming passive ingredient storage into an active, zero-waste culinary engine through </a:t>
            </a:r>
            <a:r>
              <a:rPr lang="kn-IN" sz="1800" b="1" dirty="0"/>
              <a:t>real-time pantry auditing, dynamic recipe adaptation, and automated shopping lists</a:t>
            </a:r>
            <a:r>
              <a:rPr lang="kn-IN" sz="1800" dirty="0"/>
              <a:t>. </a:t>
            </a:r>
          </a:p>
          <a:p>
            <a:pPr lvl="0"/>
            <a:r>
              <a:rPr lang="kn-IN" sz="1800" b="1" dirty="0"/>
              <a:t>Intelligent Pantry-to-Plate Matching</a:t>
            </a:r>
            <a:r>
              <a:rPr lang="kn-IN" sz="1800" dirty="0"/>
              <a:t> – Unlike standard recipe search engines, it maps available ingredients instantly to curate custom recipes, eliminating kitchen guesswork and food waste. </a:t>
            </a:r>
          </a:p>
          <a:p>
            <a:pPr lvl="0"/>
            <a:r>
              <a:rPr lang="kn-IN" sz="1800" b="1" dirty="0"/>
              <a:t>Context-Aware Dynamic Adaptation</a:t>
            </a:r>
            <a:r>
              <a:rPr lang="kn-IN" sz="1800" dirty="0"/>
              <a:t> – Automatically adjusts culinary styles, dietary restrictions (vegan, keto, gluten-free, low-sodium), and max cooking times on the fly. </a:t>
            </a:r>
          </a:p>
          <a:p>
            <a:pPr lvl="0"/>
            <a:r>
              <a:rPr lang="kn-IN" sz="1800" b="1" dirty="0"/>
              <a:t>Smart Substitution Engine</a:t>
            </a:r>
            <a:r>
              <a:rPr lang="kn-IN" sz="1800" dirty="0"/>
              <a:t> – Intelligently swaps missing ingredients or leverages leftovers creatively without altering the core flavor profile. </a:t>
            </a:r>
          </a:p>
          <a:p>
            <a:pPr lvl="0"/>
            <a:r>
              <a:rPr lang="kn-IN" sz="1800" b="1" dirty="0"/>
              <a:t>Automated Gap Analysis &amp; Shopping List</a:t>
            </a:r>
            <a:r>
              <a:rPr lang="kn-IN" sz="1800" dirty="0"/>
              <a:t> – Instantly separates what you have from what you need, streamlining grocery runs down to the exact missing item. </a:t>
            </a:r>
          </a:p>
          <a:p>
            <a:pPr lvl="0"/>
            <a:r>
              <a:rPr lang="kn-IN" sz="1800" b="1" dirty="0"/>
              <a:t>Nutritional Transparency</a:t>
            </a:r>
            <a:r>
              <a:rPr lang="kn-IN" sz="1800" dirty="0"/>
              <a:t> – Calculates estimated calorie and macronutrient breakdowns per serving for every custom-generated recipe. </a:t>
            </a:r>
          </a:p>
          <a:p>
            <a:pPr lvl="0"/>
            <a:r>
              <a:rPr lang="kn-IN" sz="1800" b="1" dirty="0"/>
              <a:t>Seamless History &amp; Portability</a:t>
            </a:r>
            <a:r>
              <a:rPr lang="kn-IN" sz="1800" dirty="0"/>
              <a:t> – Tracks past culinary creations with time-stamped logs and single-click copy features for effortless meal planning. </a:t>
            </a:r>
          </a:p>
          <a:p>
            <a:pPr lvl="0"/>
            <a:r>
              <a:rPr lang="kn-IN" sz="1800" b="1" dirty="0"/>
              <a:t>Lightning-Fast LLM Architecture</a:t>
            </a:r>
            <a:r>
              <a:rPr lang="kn-IN" sz="1800" dirty="0"/>
              <a:t> – Powered by Groq and LLaMA 3.3, ensuring instantaneous, low-latency recipe generation. </a:t>
            </a:r>
          </a:p>
          <a:p>
            <a:r>
              <a:rPr lang="kn-IN" sz="1800" dirty="0"/>
              <a:t>This makes the solution a </a:t>
            </a:r>
            <a:r>
              <a:rPr lang="kn-IN" sz="1800" b="1" dirty="0"/>
              <a:t>smart, resource-aware, and adaptive kitchen companion</a:t>
            </a:r>
            <a:r>
              <a:rPr lang="kn-IN" sz="1800" dirty="0"/>
              <a:t>, rather than just a static recipe repository</a:t>
            </a:r>
            <a:r>
              <a:rPr lang="k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57396" y="1427287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https://github.com/aimansarwad-stack/chefmateAI/upload/main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Future Scope 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kn-IN" sz="2000" b="1" dirty="0"/>
              <a:t>Wearable &amp; Health-Device Integration</a:t>
            </a:r>
            <a:r>
              <a:rPr lang="kn-IN" sz="2000" dirty="0"/>
              <a:t> – Future scope involves syncing the system with smartwatches and fitness trackers to stream real-time physiological metrics (steps, active calories burned, heart rate, and sleep patterns), enabling the agent to dynamically calibrate dietary plans against actual daily physical output.</a:t>
            </a:r>
          </a:p>
          <a:p>
            <a:pPr lvl="0"/>
            <a:r>
              <a:rPr lang="kn-IN" sz="2000" b="1" dirty="0"/>
              <a:t>AI-Powered Voice Assistant &amp; Multilingual Support</a:t>
            </a:r>
            <a:r>
              <a:rPr lang="kn-IN" sz="2000" dirty="0"/>
              <a:t> – Future enhancements will incorporate a voice-enabled conversational assistant with multi-language support, allowing users to interact naturally in their regional language for broader accessibility and inclusivity across diverse demographics.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A276C1-733F-110C-94A8-1B29025E5F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21" b="17196"/>
          <a:stretch>
            <a:fillRect/>
          </a:stretch>
        </p:blipFill>
        <p:spPr>
          <a:xfrm>
            <a:off x="1649518" y="1038534"/>
            <a:ext cx="8616309" cy="520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091AC2-CA58-6352-9A28-25325954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5936"/>
            <a:ext cx="5922379" cy="4423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BD83F2-10EA-5E18-F53B-C22965398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15403"/>
            <a:ext cx="5823798" cy="432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1238</Words>
  <Application>Microsoft Office PowerPoint</Application>
  <PresentationFormat>Widescreen</PresentationFormat>
  <Paragraphs>119</Paragraphs>
  <Slides>19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aiman sarwad</cp:lastModifiedBy>
  <cp:revision>8</cp:revision>
  <dcterms:created xsi:type="dcterms:W3CDTF">2025-07-08T05:06:56Z</dcterms:created>
  <dcterms:modified xsi:type="dcterms:W3CDTF">2026-10-14T13:54:41Z</dcterms:modified>
</cp:coreProperties>
</file>